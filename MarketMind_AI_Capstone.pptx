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5120640" cy="5120640"/>
          </a:xfrm>
          <a:prstGeom prst="ellipse">
            <a:avLst/>
          </a:prstGeom>
          <a:solidFill>
            <a:srgbClr val="1B3B6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274320"/>
            <a:ext cx="2743200" cy="2743200"/>
          </a:xfrm>
          <a:prstGeom prst="ellipse">
            <a:avLst/>
          </a:prstGeom>
          <a:solidFill>
            <a:srgbClr val="00C2A8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AAI-412 / PRAC-05 CAPSTONE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MarketMind 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21792" y="20848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FE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Business Research Agent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1792" y="2606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Multi-Agent Intelligence System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3246120"/>
            <a:ext cx="10881360" cy="18288"/>
          </a:xfrm>
          <a:prstGeom prst="rect">
            <a:avLst/>
          </a:prstGeom>
          <a:solidFill>
            <a:srgbClr val="27436E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3703320"/>
            <a:ext cx="566928" cy="566928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0" name="Image 0" descr="/home/claude/mm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193" y="3850721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367588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Engineering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17320" y="400507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from scratch using native Python pipelines and strict Pydantic data contracts.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" y="4663440"/>
            <a:ext cx="566928" cy="566928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4" name="Image 1" descr="/home/claude/mm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93" y="481084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463600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Framework-Free Control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417320" y="496519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heavy out-of-the-box orchestration frameworks in favor of modular, transparent control.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1792" y="5623560"/>
            <a:ext cx="566928" cy="566928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8" name="Image 2" descr="/home/claude/mm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93" y="577096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559612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Live Deployment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17320" y="592531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on Streamlit Cloud with secure, session-based API key authentication.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Multi-Agent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cooperating components govern planning, research, verification, and cost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3B6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6" name="Image 0" descr="/home/claude/mm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20456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562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22037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planner.py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Deconstructs high-level user queries into typed objectives and granular sub-questions.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3B6F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874520"/>
            <a:ext cx="658368" cy="658368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12" name="Image 1" descr="/home/claude/mm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16" y="204569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8562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Loop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315200" y="22037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researcher.py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92240" y="2651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iterative investigation phases: Plan → Act → Observe.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3B6F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343400"/>
            <a:ext cx="658368" cy="658368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18" name="Image 2" descr="/home/claude/mm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451457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3251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645920" y="46725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quality_control.py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51206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audits evidence claims against initial scope to filter out data gaps.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17920" y="406908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3B6F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343400"/>
            <a:ext cx="658368" cy="658368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24" name="Image 3" descr="/home/claude/mm/icons/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416" y="4514576"/>
            <a:ext cx="316017" cy="31601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43251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Engine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315200" y="46725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usage.py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92240" y="51206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of token consumption and strict USD budget enforcement.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Engineering &amp; Security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that keep autonomous execution safe, bounded, and accountable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3B6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713232" cy="71323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6" name="Image 0" descr="/home/claude/mm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400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665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Tool Dispatcher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9077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and validates function parameters before execution to prevent runtime errors and prompt injections.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3B6F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29968"/>
            <a:ext cx="713232" cy="71323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1" name="Image 1" descr="/home/claude/mm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400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665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Authentication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9077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in-memory session handling keeps user credentials private without plaintext leaks.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3B6F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33088"/>
            <a:ext cx="713232" cy="71323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6" name="Image 2" descr="/home/claude/mm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00" y="431852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6966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Execution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50109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strict maximum iteration limits and cost ceilings (MAX_BUDGET_USD) to prevent run-away loops.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8404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3B6F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133088"/>
            <a:ext cx="713232" cy="71323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1" name="Image 3" descr="/home/claude/mm/icons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400" y="431852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16966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Gate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50109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explicit human authorization (“Approve &amp; Publish”) before finalizing reports.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1E3F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Enforced via configuration constants:   MAX_BUDGET_USD   ·   MAX_ITERATIONS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Multi-Tab Interface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dashboard built for executive readability, not raw debug output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51176" cy="502920"/>
          </a:xfrm>
          <a:prstGeom prst="roundRect">
            <a:avLst>
              <a:gd name="adj" fmla="val 10909"/>
            </a:avLst>
          </a:prstGeom>
          <a:solidFill>
            <a:srgbClr val="0B1E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154680" y="1600200"/>
            <a:ext cx="2551176" cy="502920"/>
          </a:xfrm>
          <a:prstGeom prst="roundRect">
            <a:avLst>
              <a:gd name="adj" fmla="val 10909"/>
            </a:avLst>
          </a:prstGeom>
          <a:solidFill>
            <a:srgbClr val="E9EDF5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1600200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Audit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2551176" cy="502920"/>
          </a:xfrm>
          <a:prstGeom prst="roundRect">
            <a:avLst>
              <a:gd name="adj" fmla="val 10909"/>
            </a:avLst>
          </a:prstGeom>
          <a:solidFill>
            <a:srgbClr val="E9EDF5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1600200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Cost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66760" y="1600200"/>
            <a:ext cx="2551176" cy="502920"/>
          </a:xfrm>
          <a:prstGeom prst="roundRect">
            <a:avLst>
              <a:gd name="adj" fmla="val 10909"/>
            </a:avLst>
          </a:prstGeom>
          <a:solidFill>
            <a:srgbClr val="E9EDF5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600200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2551176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3B6F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21892" y="2834640"/>
            <a:ext cx="804672" cy="804672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14" name="Image 0" descr="/home/claude/mm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107" y="3043855"/>
            <a:ext cx="386243" cy="3862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3232" y="388620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Plan Tab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68096" y="452628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structured hierarchies of objectives and required evidence types.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64408" y="2423160"/>
            <a:ext cx="2551176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3B6F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37660" y="2834640"/>
            <a:ext cx="804672" cy="80467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19" name="Image 1" descr="/home/claude/mm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875" y="3043855"/>
            <a:ext cx="386243" cy="38624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29000" y="388620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Audit Tab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483864" y="452628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automated verification verdicts and coverage status.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980176" y="2423160"/>
            <a:ext cx="2551176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3B6F">
                <a:alpha val="13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853428" y="2834640"/>
            <a:ext cx="804672" cy="804672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24" name="Image 2" descr="/home/claude/mm/icon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643" y="3043855"/>
            <a:ext cx="386243" cy="38624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44768" y="388620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Cost Tab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199632" y="452628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clear visibility into input/output token counts and calculated expenditures.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695944" y="2423160"/>
            <a:ext cx="2551176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1B3B6F">
                <a:alpha val="13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569196" y="2834640"/>
            <a:ext cx="804672" cy="804672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9" name="Image 3" descr="/home/claude/mm/icons/win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8411" y="3043855"/>
            <a:ext cx="386243" cy="38624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860536" y="388620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Presentation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8915400" y="452628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clear, human-readable executive insights rather than raw debugging logs.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1B3B6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6400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Delivery &amp;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10881360" cy="18288"/>
          </a:xfrm>
          <a:prstGeom prst="rect">
            <a:avLst/>
          </a:prstGeom>
          <a:solidFill>
            <a:srgbClr val="27436E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9659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12A54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7964" y="2331720"/>
            <a:ext cx="768096" cy="7680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/home/claude/mm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307" y="2516063"/>
            <a:ext cx="399410" cy="3994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3383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Deployment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41832" y="402336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functional, stable, and live at the assigned Streamlit Cloud URL.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0832" y="19659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12A54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47004" y="2331720"/>
            <a:ext cx="768096" cy="7680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" name="Image 1" descr="/home/claude/mm/icons/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347" y="2516063"/>
            <a:ext cx="399410" cy="3994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383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Compliance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90872" y="402336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meets all requirements for structured Pydantic data contracts and rigorous agent oversight.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19872" y="19659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12A54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496044" y="2331720"/>
            <a:ext cx="768096" cy="7680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2" descr="/home/claude/mm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387" y="2516063"/>
            <a:ext cx="399410" cy="3994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8472" y="3383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39912" y="402336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external API connectors and integrating persistent vector database memories for longitudinal research tracking.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1792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 AI — AAI-412 / PRAC-05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2026-09-05T07:48:29Z</dcterms:created>
  <dcterms:modified xsi:type="dcterms:W3CDTF">2026-09-05T07:48:29Z</dcterms:modified>
</cp:coreProperties>
</file>